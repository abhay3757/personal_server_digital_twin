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A86C-C3B8-2CDC-4FFB-36FC3394D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C5656-4DD8-BA4B-7668-20801868A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49E83-0380-154F-EFD4-992D760F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FE87-4C6B-E89C-EDA1-2110A9AB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9DA7D-AC1F-CB9F-4C70-9E6A6A37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8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2646-EA48-6969-2603-C4ECFCF9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167B-C09E-7443-4BEB-0969C74C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C7A9-4401-0554-0301-A7E1C9065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D7F1B-5F03-4F86-2D21-1BF9195D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CC88A-F61F-FACC-FBD4-5BECA23D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4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8DFC-AE15-EAB5-3FF7-DCC1F63D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8F827-D11D-E3CE-D9E2-D967943C8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8328F-AE45-1D0C-6C31-AEA12ADA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52D4E-A14C-C7DC-BCC0-61CE675F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08607-6408-B1EE-6F3D-26A93994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0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267B-5E34-6856-2CEF-E0975929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9C506-6F90-4F9D-91E0-C2A2A804D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DD537-4B17-3ED3-F39D-AB7121CA9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8FAA6-AD4E-0D55-E1BF-4A3E0601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A26BE-92EC-1392-0661-38CC4509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72B5E-91D8-F27D-DC70-3030AD7E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96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A8B4-7F5B-BF6C-D0E3-B535139C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359F6-451C-4AD6-5585-E422DCC1D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F1218-D226-8B8E-F158-20BE544B3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C8F80-3CEB-2363-7C19-CEF60A22A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4DEF0F-DAAC-CE61-BCEA-E67DD806B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7AF9A-8E30-1138-5434-BFA8CD03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5D7C9-C826-2D93-808F-9E834704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77C6F-9B49-DD79-4A33-3C1A8013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016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AAB6-1059-3A2E-E9AE-0D63054B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1C7F8-5783-4370-26D2-F4897269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8081C-6FE9-1C06-6EDB-7D3D8FD6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FBBD8-C1ED-A0EC-5AFF-63D77251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6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A4D90-D586-8F55-EC21-352115A8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CBCF4-426E-D5F6-FA18-90C795FA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89DFF-54DD-2E8E-6D45-EC1ECDDB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69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3BB2-6BD5-1329-FE14-CB8A96BD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03133-6F8C-B084-E28C-D60869DA2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FD845-C9DF-9969-49F6-C83AFB030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8BD77-1C57-DCF3-56C4-3B30F3F5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32663-15AA-6B0E-20F9-C3EAB451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7A37D-5833-FCB9-C942-36594B9B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BA6C-52ED-EFFC-DAE1-4F9D091D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F6BA89-B45D-A5AD-34C6-4EB5AC5C9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43F4A-CC86-B5F3-E98F-AF1D00A77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04281-4A54-FDD3-56D7-683130D2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353AE-2F28-52E1-F1B6-658F617D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4C00E-3131-3487-29C2-CDD88EA7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26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9E11-8897-63A1-5917-328EFE34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C22E2-9404-CE6B-63AA-65153DE35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AB88-CF07-1FD1-642E-C8995808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92325-3645-724D-2C6A-970D276D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F58F-8F57-B293-0C08-A6A74BE7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63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1891C2-7107-B22F-E6EF-3D7B82AFC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7DE5F-0212-03B1-A96C-EB2AC740D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1BD5-BA4D-F528-C468-67751E80C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2437E-5A34-97AF-32DC-443CF9BC9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A67B-1B1F-876B-4745-95E590FF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8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8019CA-CA32-1A41-4B48-9DD647D6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1E5BD-664A-7811-28FA-CF651EC4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77C31-6119-2D10-3BE4-548B1A83B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63D50-A48C-4D34-8357-DC585A3F02F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79463-499E-0FD9-2FEB-5693C9565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88E66-0C76-9F57-42DF-1FCFA3866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A8914-E3F0-4929-9117-108F6D57D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18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C45C-D3F1-92BD-3DC2-FDCC3EE0B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95057"/>
          </a:xfrm>
        </p:spPr>
        <p:txBody>
          <a:bodyPr/>
          <a:lstStyle/>
          <a:p>
            <a:r>
              <a:rPr lang="en-IN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52791-C09A-C80A-7F95-14FEDD68BF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212969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1B3D-F5A9-EAD6-C86A-7DEB88FA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Title: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26D1-8EB2-0DCB-7F90-9E99C56E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Suitable Maintenance Process Model:</a:t>
            </a:r>
          </a:p>
          <a:p>
            <a:pPr marL="0" indent="0">
              <a:buNone/>
            </a:pPr>
            <a:r>
              <a:rPr lang="en-IN" dirty="0"/>
              <a:t>(</a:t>
            </a:r>
            <a:r>
              <a:rPr lang="en-IN" dirty="0">
                <a:highlight>
                  <a:srgbClr val="FFFF00"/>
                </a:highlight>
              </a:rPr>
              <a:t>Choose anyone </a:t>
            </a:r>
            <a:r>
              <a:rPr lang="en-IN">
                <a:highlight>
                  <a:srgbClr val="FFFF00"/>
                </a:highlight>
              </a:rPr>
              <a:t>appropriate model</a:t>
            </a:r>
            <a:r>
              <a:rPr lang="en-IN"/>
              <a:t>: </a:t>
            </a:r>
            <a:r>
              <a:rPr lang="en-IN" dirty="0"/>
              <a:t>Quick Fix Model / Boehm Model / Osborne Model / Iterative Enhancement Model / Reuse-Oriented Model )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 startAt="2"/>
            </a:pPr>
            <a:r>
              <a:rPr lang="en-IN" b="1" dirty="0"/>
              <a:t>Justification: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50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Project Title</vt:lpstr>
      <vt:lpstr>Project Title: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R 101616</dc:creator>
  <cp:lastModifiedBy>Subash R 101616</cp:lastModifiedBy>
  <cp:revision>2</cp:revision>
  <dcterms:created xsi:type="dcterms:W3CDTF">2026-04-10T13:27:40Z</dcterms:created>
  <dcterms:modified xsi:type="dcterms:W3CDTF">2026-04-10T13:37:30Z</dcterms:modified>
</cp:coreProperties>
</file>